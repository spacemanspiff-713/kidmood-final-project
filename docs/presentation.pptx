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KidMood: Classroom Emotion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Jason Trimble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ITAI 1378 - Final Project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Tier 2: Transfer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Teachers cannot monitor every student's emotional state at all times.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Early signs of sadness, fear, or anger may be missed.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KidMood is an assistive awareness tool, not a diagnosis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Solution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Input: face image or frame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Model predicts: Angry, Fear, Happy, or Sad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Output: emotion label + confidence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Task: Image Classification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Model: MobileNetV2 transfer learning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Framework: TensorFlow/Keras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Evaluation: accuracy, macro F1-score, confusion matrix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Model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48x48 grayscale FER image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Resize to 224x224 + convert to RGB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MobileNetV2 pretrained backbone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Dense + Dropout layers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4-class Softmax output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Dataset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Dataset: FER-2013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Project classes: Angry, Fear, Happy, Sad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Preprocessing: normalize, resize, grayscale-to-RGB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Split: train / validation /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Run 2-3 test images through inference script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Show predicted label and confidence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Show output image saved to results/images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Backup: recorded demo video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Metrics will be generated after training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Accuracy + macro F1-score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Confusion matrix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Success and failure examples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Success &amp; Failure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Success: clear frontal expression images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Hard case: low-resolution or ambiguous expression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FER-2013 labels may be noisy or subjective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Key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Transfer learning makes training practical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Emotion classes can be visually similar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Evaluation matters more than perfect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Add webcam demo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Add face detection/cropping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Try ResNet50 comparison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Build mood trend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4243C"/>
                </a:solidFill>
              </a:defRPr>
            </a:pPr>
            <a:r>
              <a:t>Acknowledgments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Instructor guidance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FER-2013 dataset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TensorFlow/Keras pretrained models</a:t>
            </a:r>
          </a:p>
          <a:p>
            <a:pPr>
              <a:spcAft>
                <a:spcPts val="1000"/>
              </a:spcAft>
              <a:defRPr sz="2200">
                <a:solidFill>
                  <a:srgbClr val="14243C"/>
                </a:solidFill>
              </a:defRPr>
            </a:pPr>
            <a:r>
              <a:t>AI assistance documented in docs/AI_usage_log.md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